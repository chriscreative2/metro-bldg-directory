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48B96-512F-4004-ADDE-8F8C689A59D4}" v="52" dt="2025-11-14T16:41:05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88" y="6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57AC5-3978-4A1C-AFB4-E0F8CC0B956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4C727-8711-4C92-9B91-60D726594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7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4C727-8711-4C92-9B91-60D7265943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9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tromgt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00"/>
            <a:ext cx="8229600" cy="415070"/>
          </a:xfrm>
        </p:spPr>
        <p:txBody>
          <a:bodyPr>
            <a:noAutofit/>
          </a:bodyPr>
          <a:lstStyle/>
          <a:p>
            <a:pPr algn="ctr"/>
            <a:r>
              <a:rPr sz="2800" dirty="0"/>
              <a:t>7601 Lewinsville Road Directory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599187"/>
              </p:ext>
            </p:extLst>
          </p:nvPr>
        </p:nvGraphicFramePr>
        <p:xfrm>
          <a:off x="0" y="434070"/>
          <a:ext cx="9144000" cy="5886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89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dirty="0"/>
                        <a:t>Company</a:t>
                      </a:r>
                      <a:r>
                        <a:rPr dirty="0"/>
                        <a:t> Name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Suite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Charles D. Jensen, D</a:t>
                      </a:r>
                      <a:r>
                        <a:rPr lang="en-US" sz="1200" dirty="0"/>
                        <a:t>.D.S., P.C. / </a:t>
                      </a:r>
                      <a:r>
                        <a:rPr lang="en-US" sz="1200"/>
                        <a:t>Family Dentistry</a:t>
                      </a:r>
                      <a:endParaRPr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INOVENTURES LLC / SCIMETRIKA LLC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101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sz="1200" dirty="0"/>
                        <a:t>Washingtonian Plastic Surgery / Dr. Navin Singh</a:t>
                      </a:r>
                      <a:endParaRPr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2</a:t>
                      </a:r>
                      <a:r>
                        <a:rPr lang="en-US" sz="1200"/>
                        <a:t>00</a:t>
                      </a:r>
                      <a:endParaRPr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sz="1200" dirty="0"/>
                        <a:t>Virginia Advanced Surgical Arts / Michael Timothy Gocke, DDS / Michael McAdams, DDS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203/204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541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C2 Technologies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205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sz="1200" dirty="0"/>
                        <a:t>McLean Ambulatory Surgery Center</a:t>
                      </a:r>
                      <a:endParaRPr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206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Jeffrey P. Davis, DDS, PC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208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Modera Wealth Management, LLC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210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Marwan R. Khalifeh, MD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National Center for Plastic Surgery - Administration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n-US" sz="1200" dirty="0"/>
                        <a:t>Transport4Elders/ </a:t>
                      </a:r>
                      <a:r>
                        <a:rPr sz="1200" dirty="0"/>
                        <a:t>Biz4Mation</a:t>
                      </a:r>
                      <a:r>
                        <a:rPr lang="en-US" sz="1200" dirty="0"/>
                        <a:t>/ </a:t>
                      </a:r>
                      <a:r>
                        <a:rPr sz="1200" dirty="0"/>
                        <a:t>B&amp;M Group/</a:t>
                      </a:r>
                      <a:r>
                        <a:rPr lang="en-US" sz="1200" dirty="0"/>
                        <a:t> </a:t>
                      </a:r>
                      <a:r>
                        <a:rPr sz="1200" dirty="0"/>
                        <a:t>Moazzam Law Firm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304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AH Spa / Aesthetics Health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306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MASC Admin &amp; Delivery Office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307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 err="1"/>
                        <a:t>ChangDMD</a:t>
                      </a:r>
                      <a:r>
                        <a:rPr sz="1200" dirty="0"/>
                        <a:t> Orthodontics / Dr. </a:t>
                      </a:r>
                      <a:r>
                        <a:rPr sz="1200" dirty="0" err="1"/>
                        <a:t>Shiaw</a:t>
                      </a:r>
                      <a:r>
                        <a:rPr sz="1200" dirty="0"/>
                        <a:t>-Wei David Chang</a:t>
                      </a:r>
                      <a:r>
                        <a:rPr lang="en-US" sz="1200" dirty="0"/>
                        <a:t>,</a:t>
                      </a:r>
                      <a:r>
                        <a:rPr sz="1200" dirty="0"/>
                        <a:t> DMD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308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Oh-Cal Mid</a:t>
                      </a:r>
                      <a:r>
                        <a:rPr lang="en-US" sz="1200"/>
                        <a:t>-</a:t>
                      </a:r>
                      <a:r>
                        <a:rPr sz="1200"/>
                        <a:t>Atlantic</a:t>
                      </a:r>
                      <a:r>
                        <a:rPr lang="en-US" sz="1200"/>
                        <a:t>/</a:t>
                      </a:r>
                      <a:r>
                        <a:rPr sz="1200"/>
                        <a:t> Subway / Brewal Real Estate Investment, LLC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Schneider </a:t>
                      </a:r>
                      <a:r>
                        <a:rPr lang="en-US" sz="1200" dirty="0"/>
                        <a:t>Contract </a:t>
                      </a:r>
                      <a:r>
                        <a:rPr sz="1200" dirty="0"/>
                        <a:t>Associates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312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National Center For Plastic Surgery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400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INOVA McLean Ambulatory Surgery Center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440/450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Washington Nerve Institute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460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46188E3-4CE6-CDC5-67F2-8DED15095149}"/>
              </a:ext>
            </a:extLst>
          </p:cNvPr>
          <p:cNvSpPr txBox="1">
            <a:spLocks/>
          </p:cNvSpPr>
          <p:nvPr/>
        </p:nvSpPr>
        <p:spPr>
          <a:xfrm>
            <a:off x="280219" y="6320696"/>
            <a:ext cx="8229600" cy="308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400" dirty="0"/>
          </a:p>
          <a:p>
            <a:r>
              <a:rPr lang="en-US" sz="1400" dirty="0"/>
              <a:t>Managed by Metro Management Services,  LLC  Phone: 703-448-4300    Email: </a:t>
            </a:r>
            <a:r>
              <a:rPr lang="en-US" sz="1400" dirty="0">
                <a:hlinkClick r:id="rId3"/>
              </a:rPr>
              <a:t>www.metromgt.com</a:t>
            </a:r>
            <a:endParaRPr lang="en-US" sz="1400" dirty="0"/>
          </a:p>
          <a:p>
            <a:r>
              <a:rPr lang="en-US" sz="1400" dirty="0"/>
              <a:t>No Soliciting Permitted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2495</TotalTime>
  <Words>189</Words>
  <Application>Microsoft Office PowerPoint</Application>
  <PresentationFormat>On-screen Show (4:3)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7601 Lewinsville Road Directory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Amy Weinschenk</dc:creator>
  <cp:keywords/>
  <dc:description>generated using python-pptx</dc:description>
  <cp:lastModifiedBy>Amy Weinschenk</cp:lastModifiedBy>
  <cp:revision>7</cp:revision>
  <dcterms:created xsi:type="dcterms:W3CDTF">2013-01-27T09:14:16Z</dcterms:created>
  <dcterms:modified xsi:type="dcterms:W3CDTF">2025-11-14T17:06:39Z</dcterms:modified>
  <cp:category/>
</cp:coreProperties>
</file>